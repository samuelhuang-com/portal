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1B3A5C">
              <a:alpha val="5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548640"/>
            <a:ext cx="2286000" cy="2286000"/>
          </a:xfrm>
          <a:prstGeom prst="ellipse">
            <a:avLst/>
          </a:prstGeom>
          <a:solidFill>
            <a:srgbClr val="4BA8E8">
              <a:alpha val="30000"/>
            </a:srgbClr>
          </a:solidFill>
          <a:ln w="12700">
            <a:solidFill>
              <a:srgbClr val="4B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系統架構圖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集團跨據點統一管理平台 — 技術架構總覽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3200400" cy="3657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383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React 18  ·  TypeScript  ·  Ant Design 5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同步  ·  JWT 認證  ·  APScheduler  ·  SQLite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434840"/>
            <a:ext cx="1463040" cy="320040"/>
          </a:xfrm>
          <a:prstGeom prst="rect">
            <a:avLst/>
          </a:prstGeom>
          <a:solidFill>
            <a:srgbClr val="4BA8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4434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4434840"/>
            <a:ext cx="91440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4B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03120" y="4434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系統層次架構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4BA8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73152" cy="5029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052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使用者瀏覽器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1247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Ant Design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27432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B6EB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463040"/>
            <a:ext cx="73152" cy="5029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99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前端應用層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71907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Zustand · React Router v6 · recharts · Axios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965960"/>
            <a:ext cx="27432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057400"/>
            <a:ext cx="73152" cy="5029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0939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閘道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3134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v2 · Uvicorn (port 8000)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2560320"/>
            <a:ext cx="27432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0E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51760"/>
            <a:ext cx="73152" cy="5029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883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9077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/ Services / Schemas / Dependencies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154680"/>
            <a:ext cx="27432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46120"/>
            <a:ext cx="73152" cy="5029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826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資料存取層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5021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2.0（同步）· SQLite · APScheduler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3749040"/>
            <a:ext cx="27432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840480"/>
            <a:ext cx="73152" cy="50292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770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外部服務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40965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Cloud API（Basic Auth）· httpx 非同步呼叫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資料同步流程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1371600" cy="100584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28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295144"/>
            <a:ext cx="32004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121408" y="2221992"/>
            <a:ext cx="73152" cy="2194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2240280" y="1828800"/>
            <a:ext cx="1371600" cy="100584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40280" y="1828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30 分鐘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295144"/>
            <a:ext cx="32004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3950208" y="2221992"/>
            <a:ext cx="73152" cy="2194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4069080" y="1828800"/>
            <a:ext cx="1371600" cy="1005840"/>
          </a:xfrm>
          <a:prstGeom prst="rect">
            <a:avLst/>
          </a:prstGeom>
          <a:solidFill>
            <a:srgbClr val="1B6EB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1828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寫入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295144"/>
            <a:ext cx="32004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5779008" y="2221992"/>
            <a:ext cx="73152" cy="2194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5897880" y="1828800"/>
            <a:ext cx="137160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97880" y="1828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快照 DB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2295144"/>
            <a:ext cx="32004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07808" y="2221992"/>
            <a:ext cx="73152" cy="2194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6680" y="1828800"/>
            <a:ext cx="1371600" cy="1005840"/>
          </a:xfrm>
          <a:prstGeom prst="rect">
            <a:avLst/>
          </a:prstGeom>
          <a:solidFill>
            <a:srgbClr val="4BA8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26680" y="1828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40280" y="3063240"/>
            <a:ext cx="137160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/sync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手動觸發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283464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657600"/>
            <a:ext cx="8321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7490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認證流程：POST /auth/login  →  JWT (sub=UUID, email, roles, exp)  →  Bearer token  →  每支 API 驗證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187952"/>
            <a:ext cx="8321040" cy="365760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187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Basic Auth：API Key 直接帶入 Authorization header（不做 base64 二次編碼）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技術棧一覽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solidFill>
            <a:srgbClr val="4BA8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25272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280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1640" y="13441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1280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 + TypeScript 5.5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4114800" cy="4023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1737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91640" y="18013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1810512" y="17373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6712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" y="2194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22585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1810512" y="2194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5 + Pro Components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24328"/>
            <a:ext cx="4114800" cy="4023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" y="2651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27157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22" name="Text 20"/>
          <p:cNvSpPr/>
          <p:nvPr/>
        </p:nvSpPr>
        <p:spPr>
          <a:xfrm>
            <a:off x="1810512" y="26517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v6 (Outlet)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8152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" y="3108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91640" y="31729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26" name="Text 24"/>
          <p:cNvSpPr/>
          <p:nvPr/>
        </p:nvSpPr>
        <p:spPr>
          <a:xfrm>
            <a:off x="1810512" y="31089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4.5 (auth only)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538728"/>
            <a:ext cx="4114800" cy="4023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91640" y="36301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30" name="Text 28"/>
          <p:cNvSpPr/>
          <p:nvPr/>
        </p:nvSpPr>
        <p:spPr>
          <a:xfrm>
            <a:off x="1810512" y="3566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1.7 (封裝於 /api/)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99592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8912" y="4023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91640" y="40873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34" name="Text 32"/>
          <p:cNvSpPr/>
          <p:nvPr/>
        </p:nvSpPr>
        <p:spPr>
          <a:xfrm>
            <a:off x="1810512" y="40233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2.12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453128"/>
            <a:ext cx="4114800" cy="4023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8912" y="4480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91640" y="45445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38" name="Text 36"/>
          <p:cNvSpPr/>
          <p:nvPr/>
        </p:nvSpPr>
        <p:spPr>
          <a:xfrm>
            <a:off x="1810512" y="4480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dayjs 1.11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777240"/>
            <a:ext cx="4114800" cy="38404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0916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709160" y="125272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82312" y="1280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13441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4" name="Text 42"/>
          <p:cNvSpPr/>
          <p:nvPr/>
        </p:nvSpPr>
        <p:spPr>
          <a:xfrm>
            <a:off x="6153912" y="1280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0.111 + uvicorn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1709928"/>
            <a:ext cx="4114800" cy="4023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82312" y="1737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35040" y="18013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8" name="Text 46"/>
          <p:cNvSpPr/>
          <p:nvPr/>
        </p:nvSpPr>
        <p:spPr>
          <a:xfrm>
            <a:off x="6153912" y="17373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2.0（同步模式）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216712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82312" y="2194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35040" y="22585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52" name="Text 50"/>
          <p:cNvSpPr/>
          <p:nvPr/>
        </p:nvSpPr>
        <p:spPr>
          <a:xfrm>
            <a:off x="6153912" y="2194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SQLite（開發）/ PostgreSQL（正式）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09160" y="2624328"/>
            <a:ext cx="4114800" cy="4023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82312" y="2651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035040" y="27157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56" name="Text 54"/>
          <p:cNvSpPr/>
          <p:nvPr/>
        </p:nvSpPr>
        <p:spPr>
          <a:xfrm>
            <a:off x="6153912" y="26517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+ pydantic-settings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308152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82312" y="3108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35040" y="31729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60" name="Text 58"/>
          <p:cNvSpPr/>
          <p:nvPr/>
        </p:nvSpPr>
        <p:spPr>
          <a:xfrm>
            <a:off x="6153912" y="31089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 2.8 + passlib[bcrypt]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09160" y="3538728"/>
            <a:ext cx="4114800" cy="4023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782312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35040" y="36301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64" name="Text 62"/>
          <p:cNvSpPr/>
          <p:nvPr/>
        </p:nvSpPr>
        <p:spPr>
          <a:xfrm>
            <a:off x="6153912" y="3566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0.27（非同步 Ragic 呼叫）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709160" y="399592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782312" y="4023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035040" y="40873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68" name="Text 66"/>
          <p:cNvSpPr/>
          <p:nvPr/>
        </p:nvSpPr>
        <p:spPr>
          <a:xfrm>
            <a:off x="6153912" y="40233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3.10（每 30 分鐘）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709160" y="4453128"/>
            <a:ext cx="4114800" cy="402336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782312" y="4480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35040" y="4544568"/>
            <a:ext cx="27432" cy="21945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72" name="Text 70"/>
          <p:cNvSpPr/>
          <p:nvPr/>
        </p:nvSpPr>
        <p:spPr>
          <a:xfrm>
            <a:off x="6153912" y="4480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openpyxl（規劃中）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 &amp; 設計決策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1920240" cy="7315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多據點管理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/ 飯店 A/B / 商場 A/B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04672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04672"/>
            <a:ext cx="1920240" cy="7315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914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身份驗證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12070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 / 登出 / me，sub=UUID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719072"/>
            <a:ext cx="1920240" cy="7315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角色權限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1214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級角色 (admin → viewer)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1719072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23160" y="1719072"/>
            <a:ext cx="1920240" cy="7315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同步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21214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Adapter + 分頁拉取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33472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633472"/>
            <a:ext cx="1920240" cy="7315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客房保養模組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0358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工作狀態追蹤 + 圖表儀表板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633472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23160" y="2633472"/>
            <a:ext cx="1920240" cy="7315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倉庫庫存模組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14600" y="30358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ragicinventory/20008 同步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804672"/>
            <a:ext cx="4114800" cy="38404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重要設計決策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12801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280160"/>
            <a:ext cx="73152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同步模式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18888" y="1609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 routers 全用 db.query() 同步 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029968"/>
            <a:ext cx="4114800" cy="658368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029968"/>
            <a:ext cx="73152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4818888" y="2075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Key 不做 base64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1888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已是 base64 格式，再編碼會失敗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779776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779776"/>
            <a:ext cx="73152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1" name="Text 39"/>
          <p:cNvSpPr/>
          <p:nvPr/>
        </p:nvSpPr>
        <p:spPr>
          <a:xfrm>
            <a:off x="4818888" y="2825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sub = user UUID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18888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 dict 被字串化導致 sub 型別錯誤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529584"/>
            <a:ext cx="4114800" cy="658368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529584"/>
            <a:ext cx="73152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4818888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本地快照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18888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欄位 key 不穩，先 sync 再讀 DB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專案結構 &amp; 開發路線圖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3977640"/>
          </a:xfrm>
          <a:prstGeom prst="rect">
            <a:avLst/>
          </a:prstGeom>
          <a:solidFill>
            <a:srgbClr val="0A192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9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[DIR] portal/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app/core/      # config · DB · security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7007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app/models/    # SQLAlchemy 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95681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app/routers/   # FastAPI endpoints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app/services/  # 業務邏輯 + sync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6888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.env           # 環境變數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2491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frontend/src/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98094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api/           # axios 封裝函數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23697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pages/         # Dashboard · Rooms...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49300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stores/        # Zustand (authStore)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74904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components/Layout/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400507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  PROTECTED · TECH_SPEC · CHANGELOG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114800" cy="384048"/>
          </a:xfrm>
          <a:prstGeom prst="rect">
            <a:avLst/>
          </a:prstGeom>
          <a:solidFill>
            <a:srgbClr val="4BA8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開發路線圖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36592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1（已完成）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618488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723644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664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多據點管理 + RBAC 角色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956816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061972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0025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身份驗證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295144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400300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3408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同步 + APScheduler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633472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738628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679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客房保養模組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971800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076956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017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倉庫庫存模組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310128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415284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3558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概覽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721608"/>
            <a:ext cx="4114800" cy="32004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36592" y="3721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2（規劃中）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4059936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165092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41056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跨據點報表匯出（Excel）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4398264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4503420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44439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分析模組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4736592"/>
            <a:ext cx="4114800" cy="320040"/>
          </a:xfrm>
          <a:prstGeom prst="rect">
            <a:avLst/>
          </a:prstGeom>
          <a:solidFill>
            <a:srgbClr val="0D1E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4841748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4782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正式環境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系統架構圖</dc:title>
  <dc:subject>PptxGenJS Presentation</dc:subject>
  <dc:creator>Portal Team</dc:creator>
  <cp:lastModifiedBy>Portal Team</cp:lastModifiedBy>
  <cp:revision>1</cp:revision>
  <dcterms:created xsi:type="dcterms:W3CDTF">2026-04-09T04:48:49Z</dcterms:created>
  <dcterms:modified xsi:type="dcterms:W3CDTF">2026-04-09T04:48:49Z</dcterms:modified>
</cp:coreProperties>
</file>