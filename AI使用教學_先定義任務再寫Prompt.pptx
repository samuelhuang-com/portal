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197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9843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1E4E7A">
              <a:alpha val="60000"/>
            </a:srgbClr>
          </a:solidFill>
          <a:ln w="12700">
            <a:solidFill>
              <a:srgbClr val="1E4E7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640080"/>
            <a:ext cx="2011680" cy="2011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使用教學系列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37160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你不是不會寫 Prompt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48640" y="201168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是不會定義任務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4864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9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 AI 從「聊天工具」變成「可交付成果的工作助理」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第一章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4114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 AI 回答常常不準？</a:t>
            </a:r>
            <a:endParaRPr lang="en-US" sz="2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188720"/>
            <a:ext cx="914400" cy="914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1188720"/>
            <a:ext cx="7132320" cy="1005840"/>
          </a:xfrm>
          <a:prstGeom prst="rect">
            <a:avLst/>
          </a:prstGeom>
          <a:solidFill>
            <a:srgbClr val="E67E22">
              <a:alpha val="90000"/>
            </a:srgbClr>
          </a:solidFill>
          <a:ln w="12700">
            <a:solidFill>
              <a:srgbClr val="E67E2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411480" y="123444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不是不強，是你給的任務太模糊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20040" y="242316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7"/>
          <p:cNvSpPr/>
          <p:nvPr/>
        </p:nvSpPr>
        <p:spPr>
          <a:xfrm>
            <a:off x="320040" y="2423160"/>
            <a:ext cx="2743200" cy="7315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8"/>
          <p:cNvSpPr/>
          <p:nvPr/>
        </p:nvSpPr>
        <p:spPr>
          <a:xfrm>
            <a:off x="411480" y="2542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457200" y="31089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任務目標不清楚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36118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不知道你真正要解決什麼問題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64408" y="242316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2"/>
          <p:cNvSpPr/>
          <p:nvPr/>
        </p:nvSpPr>
        <p:spPr>
          <a:xfrm>
            <a:off x="3264408" y="2423160"/>
            <a:ext cx="2743200" cy="7315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3"/>
          <p:cNvSpPr/>
          <p:nvPr/>
        </p:nvSpPr>
        <p:spPr>
          <a:xfrm>
            <a:off x="3355848" y="2542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3401568" y="31089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輸入資料不足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401568" y="36118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缺乏背景，AI 只能自己猜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208776" y="242316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7"/>
          <p:cNvSpPr/>
          <p:nvPr/>
        </p:nvSpPr>
        <p:spPr>
          <a:xfrm>
            <a:off x="6208776" y="2423160"/>
            <a:ext cx="2743200" cy="7315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8"/>
          <p:cNvSpPr/>
          <p:nvPr/>
        </p:nvSpPr>
        <p:spPr>
          <a:xfrm>
            <a:off x="6300216" y="2542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6345936" y="31089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成功標準模糊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345936" y="36118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沒說怎樣才算完成，結果難用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4114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常見錯誤：直接叫 AI 做事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3931920" cy="411480"/>
          </a:xfrm>
          <a:prstGeom prst="rect">
            <a:avLst/>
          </a:prstGeom>
          <a:solidFill>
            <a:srgbClr val="C0392B">
              <a:alpha val="9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❌ 這樣下指令…結果不好用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7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274320" y="1600200"/>
            <a:ext cx="73152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幫我寫一份 AI 使用教學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350008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7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274320" y="2350008"/>
            <a:ext cx="73152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57200" y="2350008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幫我整理這份文件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099816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7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274320" y="3099816"/>
            <a:ext cx="73152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57200" y="3099816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幫我寫一個系統規格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849624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7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274320" y="3849624"/>
            <a:ext cx="73152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849624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幫我做報告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1097280"/>
            <a:ext cx="3931920" cy="411480"/>
          </a:xfrm>
          <a:prstGeom prst="rect">
            <a:avLst/>
          </a:prstGeom>
          <a:solidFill>
            <a:srgbClr val="1B3A5C">
              <a:alpha val="90000"/>
            </a:srgbClr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846320" y="10972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收到後，只能自己猜⋯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1600200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846320" y="1600200"/>
            <a:ext cx="73152" cy="621792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5029200" y="1600200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猜你的對象是誰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2350008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4846320" y="2350008"/>
            <a:ext cx="73152" cy="621792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5029200" y="2350008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猜需要多深入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46320" y="3099816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4846320" y="3099816"/>
            <a:ext cx="73152" cy="621792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5029200" y="3099816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猜要用什麼格式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46320" y="3849624"/>
            <a:ext cx="3931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9"/>
          <p:cNvSpPr/>
          <p:nvPr/>
        </p:nvSpPr>
        <p:spPr>
          <a:xfrm>
            <a:off x="4846320" y="3849624"/>
            <a:ext cx="73152" cy="621792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5029200" y="3849624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猜最後要達到什麼目的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279392" y="2468880"/>
            <a:ext cx="502920" cy="1097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4251960" y="2331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7E22"/>
                </a:solidFill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4114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正確流程：先定義任務，再寫 Prompt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1005840" cy="1005840"/>
          </a:xfrm>
          <a:prstGeom prst="ellipse">
            <a:avLst/>
          </a:prstGeom>
          <a:solidFill>
            <a:srgbClr val="8899A8"/>
          </a:solidFill>
          <a:ln w="12700">
            <a:solidFill>
              <a:srgbClr val="8899A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需求想法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435608" y="1691640"/>
            <a:ext cx="384048" cy="91440"/>
          </a:xfrm>
          <a:prstGeom prst="rect">
            <a:avLst/>
          </a:prstGeom>
          <a:solidFill>
            <a:srgbClr val="8899A8"/>
          </a:solidFill>
          <a:ln w="12700">
            <a:solidFill>
              <a:srgbClr val="8899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801368" y="1234440"/>
            <a:ext cx="1005840" cy="100584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1801368" y="12344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任務定義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25496" y="1691640"/>
            <a:ext cx="384048" cy="91440"/>
          </a:xfrm>
          <a:prstGeom prst="rect">
            <a:avLst/>
          </a:prstGeom>
          <a:solidFill>
            <a:srgbClr val="8899A8"/>
          </a:solidFill>
          <a:ln w="12700">
            <a:solidFill>
              <a:srgbClr val="8899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3191256" y="1234440"/>
            <a:ext cx="1005840" cy="100584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3191256" y="12344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補齊背景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15384" y="1691640"/>
            <a:ext cx="384048" cy="91440"/>
          </a:xfrm>
          <a:prstGeom prst="rect">
            <a:avLst/>
          </a:prstGeom>
          <a:solidFill>
            <a:srgbClr val="8899A8"/>
          </a:solidFill>
          <a:ln w="12700">
            <a:solidFill>
              <a:srgbClr val="8899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4581144" y="1234440"/>
            <a:ext cx="1005840" cy="100584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581144" y="12344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確認格式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05272" y="1691640"/>
            <a:ext cx="384048" cy="91440"/>
          </a:xfrm>
          <a:prstGeom prst="rect">
            <a:avLst/>
          </a:prstGeom>
          <a:solidFill>
            <a:srgbClr val="8899A8"/>
          </a:solidFill>
          <a:ln w="12700">
            <a:solidFill>
              <a:srgbClr val="8899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5971032" y="1234440"/>
            <a:ext cx="1005840" cy="1005840"/>
          </a:xfrm>
          <a:prstGeom prst="ellipse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5971032" y="12344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驗收標準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95160" y="1691640"/>
            <a:ext cx="384048" cy="91440"/>
          </a:xfrm>
          <a:prstGeom prst="rect">
            <a:avLst/>
          </a:prstGeom>
          <a:solidFill>
            <a:srgbClr val="8899A8"/>
          </a:solidFill>
          <a:ln w="12700">
            <a:solidFill>
              <a:srgbClr val="8899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7360920" y="1234440"/>
            <a:ext cx="1005840" cy="10058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7360920" y="12344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產出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514600"/>
            <a:ext cx="8595360" cy="548640"/>
          </a:xfrm>
          <a:prstGeom prst="rect">
            <a:avLst/>
          </a:prstGeom>
          <a:solidFill>
            <a:srgbClr val="1B3A5C">
              <a:alpha val="95000"/>
            </a:srgbClr>
          </a:solidFill>
          <a:ln w="12700">
            <a:solidFill>
              <a:srgbClr val="1B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274320" y="25146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 ! ]  Prompt 不是第一步 -- 任務定義才是第一步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274320" y="3246120"/>
            <a:ext cx="8595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899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好結果的公式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3703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B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清楚任務  ＋  足夠背景  ＋  明確格式  ＋  可檢查標準  ＝  好結果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第四章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4114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任務定義的 5 個要素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8686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658368" cy="69494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65836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13385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任務目標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4447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我要 AI 幫我完成什麼？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66160" y="1207008"/>
            <a:ext cx="18288" cy="4754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3703320" y="1170432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做一份給內部員工看的 AI 使用教學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1883664"/>
            <a:ext cx="8686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228600" y="1883664"/>
            <a:ext cx="658368" cy="69494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228600" y="1883664"/>
            <a:ext cx="65836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192024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6DA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使用對象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2311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這份內容是給誰看？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66160" y="1993392"/>
            <a:ext cx="18288" cy="4754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3703320" y="1956816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不熟 AI 的行政、財務、採購、人資同仁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8600" y="2670048"/>
            <a:ext cx="8686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228600" y="2670048"/>
            <a:ext cx="658368" cy="694944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228600" y="2670048"/>
            <a:ext cx="65836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270662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使用情境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017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這份內容要用在哪裡？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66160" y="2779776"/>
            <a:ext cx="18288" cy="4754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3703320" y="27432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內訓課程、SOP、主管推廣說明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28600" y="3456432"/>
            <a:ext cx="8686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228600" y="3456432"/>
            <a:ext cx="658368" cy="69494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228600" y="3456432"/>
            <a:ext cx="65836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60120" y="349300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輸出格式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60120" y="38039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我要 AI 用什麼形式交付？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566160" y="3566160"/>
            <a:ext cx="18288" cy="4754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3703320" y="3529584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大綱、PPT、Word 教材、表格、SOP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28600" y="4242816"/>
            <a:ext cx="8686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2"/>
          <p:cNvSpPr/>
          <p:nvPr/>
        </p:nvSpPr>
        <p:spPr>
          <a:xfrm>
            <a:off x="228600" y="4242816"/>
            <a:ext cx="658368" cy="69494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228600" y="4242816"/>
            <a:ext cx="65836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60120" y="427939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驗收標準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60120" y="45902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怎樣才算完成得好？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566160" y="4352544"/>
            <a:ext cx="18288" cy="4754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/>
          <p:nvPr/>
        </p:nvSpPr>
        <p:spPr>
          <a:xfrm>
            <a:off x="3703320" y="431596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能讓新手照著操作，包含範例與注意事項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第五章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4114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實戰技巧：兩段式操作法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4114800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第一段：任務釐清 Session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目的：把需求問清楚，不要直接產出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256032" cy="256032"/>
          </a:xfrm>
          <a:prstGeom prst="ellipse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713232" y="213055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請你先不要產出內容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532888"/>
            <a:ext cx="256032" cy="256032"/>
          </a:xfrm>
          <a:prstGeom prst="ellipse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713232" y="25146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協助我釐清任務目標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16936"/>
            <a:ext cx="256032" cy="256032"/>
          </a:xfrm>
          <a:prstGeom prst="ellipse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713232" y="289864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確認使用對象與情境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300984"/>
            <a:ext cx="256032" cy="256032"/>
          </a:xfrm>
          <a:prstGeom prst="ellipse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713232" y="328269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建議輸出格式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685032"/>
            <a:ext cx="256032" cy="256032"/>
          </a:xfrm>
          <a:prstGeom prst="ellipse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713232" y="366674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整理驗收標準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07408" y="26060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BA8E8"/>
                </a:solidFill>
              </a:rPr>
              <a:t>→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4800600" y="109728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4800600" y="1097280"/>
            <a:ext cx="411480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4892040" y="10972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第二段：正式執行 Session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1691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目的：開新對話，貼入定義好的任務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37760" y="2148840"/>
            <a:ext cx="256032" cy="25603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5285232" y="213055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開全新對話（保持上下文乾淨）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37760" y="2532888"/>
            <a:ext cx="256032" cy="25603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5285232" y="25146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貼入整理好的任務說明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2916936"/>
            <a:ext cx="256032" cy="25603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5285232" y="289864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加入背景資料與限制條件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3300984"/>
            <a:ext cx="256032" cy="25603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5285232" y="328269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指定輸出格式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37760" y="3685032"/>
            <a:ext cx="256032" cy="25603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5285232" y="366674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正式產出可交付成果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28600" y="4663440"/>
            <a:ext cx="8686800" cy="365760"/>
          </a:xfrm>
          <a:prstGeom prst="rect">
            <a:avLst/>
          </a:prstGeom>
          <a:solidFill>
            <a:srgbClr val="4BA8E8">
              <a:alpha val="85000"/>
            </a:srgbClr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320040" y="46634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 為什麼要開新對話？ -- 避免釐清過程的討論污染正式產出，讓 AI 的上下文更乾淨、結果更準確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第六章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4114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Prompt 比較：Before vs After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7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411480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[X]  改善前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3794760" cy="2834640"/>
          </a:xfrm>
          <a:prstGeom prst="rect">
            <a:avLst/>
          </a:prstGeom>
          <a:solidFill>
            <a:srgbClr val="FFF5F5"/>
          </a:solidFill>
          <a:ln w="12700">
            <a:solidFill>
              <a:srgbClr val="FF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3611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幫我寫一份報告
</a:t>
            </a:r>
            <a:r>
              <a:rPr lang="en-US" sz="1600" i="1" dirty="0">
                <a:solidFill>
                  <a:srgbClr val="8899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（任務模糊，AI 只能猜）
</a:t>
            </a:r>
            <a:r>
              <a:rPr lang="en-US" sz="1100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缺少：對象、範圍、格式、標準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00600" y="109728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EDC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800600" y="1097280"/>
            <a:ext cx="4114800" cy="4754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892040" y="109728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[V]  改善後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937760" y="1691640"/>
            <a:ext cx="3794760" cy="2834640"/>
          </a:xfrm>
          <a:prstGeom prst="rect">
            <a:avLst/>
          </a:prstGeom>
          <a:solidFill>
            <a:srgbClr val="F0FFF5"/>
          </a:solidFill>
          <a:ln w="12700">
            <a:solidFill>
              <a:srgbClr val="B7EDC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5029200" y="1783080"/>
            <a:ext cx="3611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B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請幫我寫一份給主管看的 ERP 導入進度報告，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27AE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對象：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B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直屬主管（非技術背景）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27AE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包含：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B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進度、風險、待解決事項、下週計劃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27AE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格式：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B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表格，語氣正式但簡潔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407408" y="26060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BA8E8"/>
                </a:solidFill>
              </a:rPr>
              <a:t>→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228600" y="4663440"/>
            <a:ext cx="8686800" cy="3657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320040" y="46634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差異關鍵：改善後的 Prompt 明確說了「誰看、包含什麼、用什麼格式」——這三點就是任務定義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第七章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4114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可直接套用的任務定義模板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3794760"/>
          </a:xfrm>
          <a:prstGeom prst="rect">
            <a:avLst/>
          </a:prstGeom>
          <a:solidFill>
            <a:srgbClr val="1A2B3C"/>
          </a:solidFill>
          <a:ln w="12700">
            <a:solidFill>
              <a:srgbClr val="4BA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11480" y="1097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[&gt;]  任務釐清模板（貼入 AI 對話框）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83210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請你先不要直接產出內容。協助我釐清這個任務：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842516"/>
            <a:ext cx="83210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我的需求是：【在這裡輸入你的需求】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382012"/>
            <a:ext cx="83210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A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請幫我整理以下資訊：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651760"/>
            <a:ext cx="83210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這個任務真正要解決的問題是什麼？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921508"/>
            <a:ext cx="83210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目標使用者是誰？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191256"/>
            <a:ext cx="83210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最終輸出要用在哪裡？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461004"/>
            <a:ext cx="83210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需要我補充哪些資料？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730752"/>
            <a:ext cx="83210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輸出格式建議是什麼？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000500"/>
            <a:ext cx="83210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 有哪些限制條件？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270248"/>
            <a:ext cx="83210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7. 怎樣判斷結果是好的？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539996"/>
            <a:ext cx="83210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8. 請最後幫我改寫成一段正式 Prompt。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重點總結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804672"/>
          </a:xfrm>
          <a:prstGeom prst="rect">
            <a:avLst/>
          </a:prstGeom>
          <a:solidFill>
            <a:srgbClr val="1E3A5A"/>
          </a:solidFill>
          <a:ln w="12700">
            <a:solidFill>
              <a:srgbClr val="4BA8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94360" cy="804672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005840"/>
            <a:ext cx="7543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用不好，問題通常不是 Prompt 寫得不好，而是任務沒定義清楚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8412480" cy="804672"/>
          </a:xfrm>
          <a:prstGeom prst="rect">
            <a:avLst/>
          </a:prstGeom>
          <a:solidFill>
            <a:srgbClr val="1E3A5A"/>
          </a:solidFill>
          <a:ln w="12700">
            <a:solidFill>
              <a:srgbClr val="E67E2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594360" cy="8046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365760" y="1965960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1965960"/>
            <a:ext cx="7543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任務定義的 5 要素：目標、對象、情境、格式、驗收標準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8412480" cy="804672"/>
          </a:xfrm>
          <a:prstGeom prst="rect">
            <a:avLst/>
          </a:prstGeom>
          <a:solidFill>
            <a:srgbClr val="1E3A5A"/>
          </a:solidFill>
          <a:ln w="12700">
            <a:solidFill>
              <a:srgbClr val="27AE6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594360" cy="8046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365760" y="2926080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2926080"/>
            <a:ext cx="7543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先開「釐清任務」Session，再開「正式執行」Session，兩段分開做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886200"/>
            <a:ext cx="8412480" cy="804672"/>
          </a:xfrm>
          <a:prstGeom prst="rect">
            <a:avLst/>
          </a:prstGeom>
          <a:solidFill>
            <a:srgbClr val="1E3A5A"/>
          </a:solidFill>
          <a:ln w="12700">
            <a:solidFill>
              <a:srgbClr val="F1C40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365760" y="3886200"/>
            <a:ext cx="594360" cy="804672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365760" y="3886200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3886200"/>
            <a:ext cx="7543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Prompt 應該是任務定義完成後的最後一步，不是第一步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388</Words>
  <Application>Microsoft Office PowerPoint</Application>
  <PresentationFormat>如螢幕大小 (16:9)</PresentationFormat>
  <Paragraphs>132</Paragraphs>
  <Slides>9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2" baseType="lpstr">
      <vt:lpstr>Microsoft JhengHei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使用教學：先定義任務，再寫 Prompt</dc:title>
  <dc:subject>PptxGenJS Presentation</dc:subject>
  <dc:creator>PptxGenJS</dc:creator>
  <cp:lastModifiedBy>Samuel Huang</cp:lastModifiedBy>
  <cp:revision>2</cp:revision>
  <dcterms:created xsi:type="dcterms:W3CDTF">2026-06-12T00:26:44Z</dcterms:created>
  <dcterms:modified xsi:type="dcterms:W3CDTF">2026-06-12T00:28:38Z</dcterms:modified>
</cp:coreProperties>
</file>