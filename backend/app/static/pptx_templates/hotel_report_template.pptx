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402" r:id="rId3"/>
    <p:sldId id="403" r:id="rId4"/>
  </p:sldIdLst>
  <p:sldSz cx="12192000" cy="6858000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237C73F-0AF9-41D0-BF0A-27A18CA29C67}">
          <p14:sldIdLst>
            <p14:sldId id="257"/>
            <p14:sldId id="402"/>
            <p14:sldId id="4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陳凱群" initials="陳凱群" lastIdx="1" clrIdx="0"/>
  <p:cmAuthor id="2" name="陳奕如" initials="陳奕如" lastIdx="6" clrIdx="1">
    <p:extLst>
      <p:ext uri="{19B8F6BF-5375-455C-9EA6-DF929625EA0E}">
        <p15:presenceInfo xmlns:p15="http://schemas.microsoft.com/office/powerpoint/2012/main" userId="陳奕如" providerId="None"/>
      </p:ext>
    </p:extLst>
  </p:cmAuthor>
  <p:cmAuthor id="3" name="春大直營業" initials="春大直營業" lastIdx="1" clrIdx="2">
    <p:extLst>
      <p:ext uri="{19B8F6BF-5375-455C-9EA6-DF929625EA0E}">
        <p15:presenceInfo xmlns:p15="http://schemas.microsoft.com/office/powerpoint/2012/main" userId="1018110b21ecb5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E6E6"/>
    <a:srgbClr val="FF6699"/>
    <a:srgbClr val="FF9900"/>
    <a:srgbClr val="FF0000"/>
    <a:srgbClr val="3366FF"/>
    <a:srgbClr val="CAFBAF"/>
    <a:srgbClr val="73F52B"/>
    <a:srgbClr val="7EF294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24D79-2D51-4C63-932E-249CA374F253}" v="1" dt="2026-05-19T02:05:49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3574" autoAdjust="0"/>
  </p:normalViewPr>
  <p:slideViewPr>
    <p:cSldViewPr>
      <p:cViewPr varScale="1">
        <p:scale>
          <a:sx n="94" d="100"/>
          <a:sy n="94" d="100"/>
        </p:scale>
        <p:origin x="547" y="82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2790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undo custSel delSld modSld modMainMaster delSection modSection modNotesMaster">
      <pc:chgData name="Samuel Huang" userId="3d14d3036a2a384b" providerId="LiveId" clId="{59E6B3E9-767B-4360-86A1-1FE5E3B4620C}" dt="2026-05-19T02:07:53.758" v="121" actId="14100"/>
      <pc:docMkLst>
        <pc:docMk/>
      </pc:docMkLst>
      <pc:sldChg chg="modSp mod modNotes">
        <pc:chgData name="Samuel Huang" userId="3d14d3036a2a384b" providerId="LiveId" clId="{59E6B3E9-767B-4360-86A1-1FE5E3B4620C}" dt="2026-05-19T02:07:27.231" v="117" actId="14100"/>
        <pc:sldMkLst>
          <pc:docMk/>
          <pc:sldMk cId="0" sldId="257"/>
        </pc:sldMkLst>
        <pc:spChg chg="mod">
          <ac:chgData name="Samuel Huang" userId="3d14d3036a2a384b" providerId="LiveId" clId="{59E6B3E9-767B-4360-86A1-1FE5E3B4620C}" dt="2026-05-19T02:07:27.231" v="117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6:09.588" v="32" actId="14100"/>
          <ac:spMkLst>
            <pc:docMk/>
            <pc:sldMk cId="0" sldId="257"/>
            <ac:spMk id="16387" creationId="{00000000-0000-0000-0000-000000000000}"/>
          </ac:spMkLst>
        </pc:spChg>
        <pc:picChg chg="mod">
          <ac:chgData name="Samuel Huang" userId="3d14d3036a2a384b" providerId="LiveId" clId="{59E6B3E9-767B-4360-86A1-1FE5E3B4620C}" dt="2026-05-19T02:06:18.279" v="80" actId="1037"/>
          <ac:picMkLst>
            <pc:docMk/>
            <pc:sldMk cId="0" sldId="257"/>
            <ac:picMk id="7" creationId="{DB82579C-735C-610A-2854-502049F33252}"/>
          </ac:picMkLst>
        </pc:picChg>
        <pc:picChg chg="mod">
          <ac:chgData name="Samuel Huang" userId="3d14d3036a2a384b" providerId="LiveId" clId="{59E6B3E9-767B-4360-86A1-1FE5E3B4620C}" dt="2026-05-19T02:06:46.565" v="85" actId="14100"/>
          <ac:picMkLst>
            <pc:docMk/>
            <pc:sldMk cId="0" sldId="257"/>
            <ac:picMk id="16386" creationId="{00000000-0000-0000-0000-000000000000}"/>
          </ac:picMkLst>
        </pc:picChg>
      </pc:sldChg>
      <pc:sldChg chg="modSp mod modNotes">
        <pc:chgData name="Samuel Huang" userId="3d14d3036a2a384b" providerId="LiveId" clId="{59E6B3E9-767B-4360-86A1-1FE5E3B4620C}" dt="2026-05-19T02:07:38.363" v="118" actId="14100"/>
        <pc:sldMkLst>
          <pc:docMk/>
          <pc:sldMk cId="1351489187" sldId="402"/>
        </pc:sldMkLst>
        <pc:spChg chg="mod">
          <ac:chgData name="Samuel Huang" userId="3d14d3036a2a384b" providerId="LiveId" clId="{59E6B3E9-767B-4360-86A1-1FE5E3B4620C}" dt="2026-05-19T02:07:38.363" v="118" actId="14100"/>
          <ac:spMkLst>
            <pc:docMk/>
            <pc:sldMk cId="1351489187" sldId="402"/>
            <ac:spMk id="7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k cId="1351489187" sldId="402"/>
            <ac:spMk id="10" creationId="{00000000-0000-0000-0000-000000000000}"/>
          </ac:spMkLst>
        </pc:spChg>
        <pc:picChg chg="mod">
          <ac:chgData name="Samuel Huang" userId="3d14d3036a2a384b" providerId="LiveId" clId="{59E6B3E9-767B-4360-86A1-1FE5E3B4620C}" dt="2026-05-19T02:07:03.073" v="114" actId="1076"/>
          <ac:picMkLst>
            <pc:docMk/>
            <pc:sldMk cId="1351489187" sldId="402"/>
            <ac:picMk id="2" creationId="{B2521FED-9740-BE91-3A3E-6DC977A35AA3}"/>
          </ac:picMkLst>
        </pc:picChg>
      </pc:sldChg>
      <pc:sldChg chg="delSp modSp mod modNotes">
        <pc:chgData name="Samuel Huang" userId="3d14d3036a2a384b" providerId="LiveId" clId="{59E6B3E9-767B-4360-86A1-1FE5E3B4620C}" dt="2026-05-19T02:07:53.758" v="121" actId="14100"/>
        <pc:sldMkLst>
          <pc:docMk/>
          <pc:sldMk cId="2312878313" sldId="403"/>
        </pc:sldMkLst>
        <pc:spChg chg="mod">
          <ac:chgData name="Samuel Huang" userId="3d14d3036a2a384b" providerId="LiveId" clId="{59E6B3E9-767B-4360-86A1-1FE5E3B4620C}" dt="2026-05-19T02:07:53.758" v="121" actId="14100"/>
          <ac:spMkLst>
            <pc:docMk/>
            <pc:sldMk cId="2312878313" sldId="403"/>
            <ac:spMk id="10" creationId="{00000000-0000-0000-0000-000000000000}"/>
          </ac:spMkLst>
        </pc:spChg>
        <pc:spChg chg="del">
          <ac:chgData name="Samuel Huang" userId="3d14d3036a2a384b" providerId="LiveId" clId="{59E6B3E9-767B-4360-86A1-1FE5E3B4620C}" dt="2026-05-19T02:04:54.399" v="3" actId="478"/>
          <ac:spMkLst>
            <pc:docMk/>
            <pc:sldMk cId="2312878313" sldId="403"/>
            <ac:spMk id="13" creationId="{4B2372DE-4942-A3EE-A2B2-0037544AD0D8}"/>
          </ac:spMkLst>
        </pc:spChg>
        <pc:graphicFrameChg chg="del modGraphic">
          <ac:chgData name="Samuel Huang" userId="3d14d3036a2a384b" providerId="LiveId" clId="{59E6B3E9-767B-4360-86A1-1FE5E3B4620C}" dt="2026-05-19T02:04:51.447" v="2" actId="478"/>
          <ac:graphicFrameMkLst>
            <pc:docMk/>
            <pc:sldMk cId="2312878313" sldId="403"/>
            <ac:graphicFrameMk id="12" creationId="{00000000-0000-0000-0000-000000000000}"/>
          </ac:graphicFrameMkLst>
        </pc:graphicFrameChg>
        <pc:picChg chg="mod">
          <ac:chgData name="Samuel Huang" userId="3d14d3036a2a384b" providerId="LiveId" clId="{59E6B3E9-767B-4360-86A1-1FE5E3B4620C}" dt="2026-05-19T02:07:45.615" v="119" actId="1076"/>
          <ac:picMkLst>
            <pc:docMk/>
            <pc:sldMk cId="2312878313" sldId="403"/>
            <ac:picMk id="2" creationId="{D295FBAE-4685-5207-4C6D-7D8A6F23FCB8}"/>
          </ac:picMkLst>
        </pc:picChg>
        <pc:picChg chg="del">
          <ac:chgData name="Samuel Huang" userId="3d14d3036a2a384b" providerId="LiveId" clId="{59E6B3E9-767B-4360-86A1-1FE5E3B4620C}" dt="2026-05-19T02:04:55.563" v="4" actId="478"/>
          <ac:picMkLst>
            <pc:docMk/>
            <pc:sldMk cId="2312878313" sldId="403"/>
            <ac:picMk id="4" creationId="{00000000-0000-0000-0000-000000000000}"/>
          </ac:picMkLst>
        </pc:picChg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0" sldId="44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53639159" sldId="47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363503735" sldId="47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04050512" sldId="48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718210399" sldId="48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553693127" sldId="49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327550017" sldId="49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589275310" sldId="501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784500049" sldId="505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929642587" sldId="50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675694837" sldId="509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239693636" sldId="510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508616632" sldId="511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446026633" sldId="512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1471180055" sldId="513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901113794" sldId="516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750510659" sldId="517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3264902797" sldId="518"/>
        </pc:sldMkLst>
      </pc:sldChg>
      <pc:sldChg chg="del">
        <pc:chgData name="Samuel Huang" userId="3d14d3036a2a384b" providerId="LiveId" clId="{59E6B3E9-767B-4360-86A1-1FE5E3B4620C}" dt="2026-05-19T02:04:41.282" v="0" actId="47"/>
        <pc:sldMkLst>
          <pc:docMk/>
          <pc:sldMk cId="2498952641" sldId="519"/>
        </pc:sldMkLst>
      </pc:sldChg>
      <pc:sldMasterChg chg="modSp modSldLayout">
        <pc:chgData name="Samuel Huang" userId="3d14d3036a2a384b" providerId="LiveId" clId="{59E6B3E9-767B-4360-86A1-1FE5E3B4620C}" dt="2026-05-19T02:05:49.200" v="8"/>
        <pc:sldMasterMkLst>
          <pc:docMk/>
          <pc:sldMasterMk cId="0" sldId="2147483648"/>
        </pc:sldMasterMkLst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28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29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030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5362" creationId="{00000000-0000-0000-0000-000000000000}"/>
          </ac:spMkLst>
        </pc:spChg>
        <pc:spChg chg="mod">
          <ac:chgData name="Samuel Huang" userId="3d14d3036a2a384b" providerId="LiveId" clId="{59E6B3E9-767B-4360-86A1-1FE5E3B4620C}" dt="2026-05-19T02:05:49.200" v="8"/>
          <ac:spMkLst>
            <pc:docMk/>
            <pc:sldMasterMk cId="0" sldId="2147483648"/>
            <ac:spMk id="15363" creationId="{00000000-0000-0000-0000-000000000000}"/>
          </ac:spMkLst>
        </pc:sp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49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1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2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3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6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7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59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60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0"/>
              <ac:spMk id="2" creationId="{00000000-0000-0000-0000-000000000000}"/>
            </ac:spMkLst>
          </pc:spChg>
        </pc:sldLayoutChg>
        <pc:sldLayoutChg chg="modSp">
          <pc:chgData name="Samuel Huang" userId="3d14d3036a2a384b" providerId="LiveId" clId="{59E6B3E9-767B-4360-86A1-1FE5E3B4620C}" dt="2026-05-19T02:05:49.200" v="8"/>
          <pc:sldLayoutMkLst>
            <pc:docMk/>
            <pc:sldMasterMk cId="0" sldId="2147483648"/>
            <pc:sldLayoutMk cId="0" sldId="2147483661"/>
          </pc:sldLayoutMkLst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3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4" creationId="{00000000-0000-0000-0000-000000000000}"/>
            </ac:spMkLst>
          </pc:spChg>
          <pc:spChg chg="mod">
            <ac:chgData name="Samuel Huang" userId="3d14d3036a2a384b" providerId="LiveId" clId="{59E6B3E9-767B-4360-86A1-1FE5E3B4620C}" dt="2026-05-19T02:05:49.200" v="8"/>
            <ac:spMkLst>
              <pc:docMk/>
              <pc:sldMasterMk cId="0" sldId="2147483648"/>
              <pc:sldLayoutMk cId="0" sldId="2147483661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643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8DB65A90-3CF3-4097-8CFF-C88C1333F28D}" type="datetimeFigureOut">
              <a:rPr lang="zh-TW" altLang="en-US" smtClean="0"/>
              <a:pPr/>
              <a:t>2026/5/19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643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E5CF4ADE-A555-4CB9-8862-F838505C5AA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851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584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4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2E482AD-0D3D-44ED-B7FA-7D43FC5134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693217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E482AD-0D3D-44ED-B7FA-7D43FC513449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1592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B73309-C734-418F-97FD-A64234463C92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119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280" indent="-228280"/>
            <a:r>
              <a:rPr lang="en-US" altLang="zh-CN" dirty="0"/>
              <a:t>VV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B73309-C734-418F-97FD-A64234463C92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950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A04FAF-8A78-414D-A828-DF9B2671EA1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C6E50-0F3C-48DF-997F-C9056EA6C3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0A025-E384-4CD6-81B7-6803B9EF98B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81CD2-421A-42E2-BF9A-8EBE48A182F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11BAB-D032-4E32-B92B-04390FB76DE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49486-B89C-4B2F-8328-FD9754110C6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3AF7B-4C8D-4E11-BD50-22D06C45702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EC761-751C-49CF-81CD-60738E0781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A8075-D43E-4F04-BFF9-1286B3B37D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12B29-9429-4615-A9B2-96160ADE78B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557EE-0678-48D4-9292-CD546986F43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A8A63-1BEA-409F-93D5-9E293A1DE4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1EE1D-68B5-41B5-8C65-3C4C029853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2D313ECA-7E7E-475E-B5D1-E8505A44BB2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4680" y="368660"/>
            <a:ext cx="12216680" cy="6489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396187" y="2420888"/>
            <a:ext cx="6886548" cy="1648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zh-TW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2025.8</a:t>
            </a:r>
            <a:r>
              <a:rPr lang="zh-TW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月             </a:t>
            </a:r>
            <a:r>
              <a:rPr lang="zh-TW" altLang="en-US" sz="4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管 理 報 告</a:t>
            </a:r>
            <a:endParaRPr lang="en-US" altLang="zh-TW" sz="4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24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40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TW" sz="40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  <a:p>
            <a:pPr marL="342900" indent="-342900" algn="ctr">
              <a:spcBef>
                <a:spcPct val="20000"/>
              </a:spcBef>
            </a:pPr>
            <a:endParaRPr lang="zh-TW" altLang="en-US" sz="3200" b="1" dirty="0">
              <a:solidFill>
                <a:srgbClr val="5F5F5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0" y="0"/>
            <a:ext cx="10632504" cy="400110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endParaRPr kumimoji="0" lang="zh-TW" altLang="en-US" sz="2000" dirty="0">
              <a:solidFill>
                <a:schemeClr val="bg1"/>
              </a:solidFill>
              <a:ea typeface="標楷體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B82579C-735C-610A-2854-502049F33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2504" y="35158"/>
            <a:ext cx="1482608" cy="68814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511" y="-27384"/>
            <a:ext cx="10706273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endParaRPr kumimoji="0" lang="zh-TW" altLang="en-US" sz="2400" dirty="0">
              <a:solidFill>
                <a:schemeClr val="bg1"/>
              </a:solidFill>
              <a:ea typeface="標楷體" pitchFamily="65" charset="-120"/>
            </a:endParaRPr>
          </a:p>
        </p:txBody>
      </p:sp>
      <p:sp>
        <p:nvSpPr>
          <p:cNvPr id="10" name="內容版面配置區 2"/>
          <p:cNvSpPr txBox="1">
            <a:spLocks/>
          </p:cNvSpPr>
          <p:nvPr/>
        </p:nvSpPr>
        <p:spPr>
          <a:xfrm>
            <a:off x="2495600" y="1060146"/>
            <a:ext cx="6768752" cy="5249174"/>
          </a:xfrm>
          <a:prstGeom prst="rect">
            <a:avLst/>
          </a:prstGeom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管理部報告項目</a:t>
            </a:r>
            <a:r>
              <a:rPr lang="en-US" altLang="zh-TW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514350" indent="-514350" eaLnBrk="0" hangingPunct="0">
              <a:spcBef>
                <a:spcPct val="20000"/>
              </a:spcBef>
              <a:buFont typeface="+mj-ea"/>
              <a:buAutoNum type="ea1ChtPeriod"/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預算費用分析</a:t>
            </a:r>
            <a:endParaRPr lang="en-US" altLang="zh-TW" sz="3200" b="1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0" hangingPunct="0">
              <a:spcBef>
                <a:spcPct val="20000"/>
              </a:spcBef>
              <a:buFont typeface="+mj-ea"/>
              <a:buAutoNum type="ea1ChtPeriod"/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用電度數比較</a:t>
            </a:r>
            <a:endParaRPr lang="en-US" altLang="zh-TW" sz="3200" b="1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0" hangingPunct="0">
              <a:spcBef>
                <a:spcPct val="20000"/>
              </a:spcBef>
              <a:buFont typeface="+mj-ea"/>
              <a:buAutoNum type="ea1ChtPeriod"/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電費比較</a:t>
            </a:r>
            <a:endParaRPr lang="en-US" altLang="zh-TW" sz="3200" b="1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0" hangingPunct="0">
              <a:spcBef>
                <a:spcPct val="20000"/>
              </a:spcBef>
              <a:buFont typeface="+mj-ea"/>
              <a:buAutoNum type="ea1ChtPeriod"/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用水度數比較</a:t>
            </a:r>
            <a:endParaRPr lang="en-US" altLang="zh-TW" sz="3200" b="1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0" hangingPunct="0">
              <a:spcBef>
                <a:spcPct val="20000"/>
              </a:spcBef>
              <a:buFont typeface="+mj-ea"/>
              <a:buAutoNum type="ea1ChtPeriod"/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水費比較</a:t>
            </a:r>
            <a:endParaRPr lang="en-US" altLang="zh-TW" sz="3200" b="1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0" hangingPunct="0">
              <a:spcBef>
                <a:spcPct val="20000"/>
              </a:spcBef>
              <a:buFont typeface="+mj-ea"/>
              <a:buAutoNum type="ea1ChtPeriod"/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水電費合計比較</a:t>
            </a:r>
            <a:endParaRPr lang="en-US" altLang="zh-TW" sz="3200" b="1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0" hangingPunct="0">
              <a:spcBef>
                <a:spcPct val="20000"/>
              </a:spcBef>
              <a:buFont typeface="+mj-ea"/>
              <a:buAutoNum type="ea1ChtPeriod"/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未來工作重點</a:t>
            </a:r>
            <a:endParaRPr lang="en-US" altLang="zh-TW" sz="3200" b="1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0" hangingPunct="0">
              <a:spcBef>
                <a:spcPct val="20000"/>
              </a:spcBef>
              <a:buFont typeface="+mj-ea"/>
              <a:buAutoNum type="ea1ChtPeriod"/>
              <a:defRPr/>
            </a:pPr>
            <a:r>
              <a:rPr lang="zh-TW" altLang="en-US" sz="3200" b="1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已完成工作</a:t>
            </a:r>
            <a:endParaRPr lang="en-US" altLang="zh-TW" sz="3200" b="1" kern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 eaLnBrk="0" hangingPunct="0">
              <a:spcBef>
                <a:spcPct val="20000"/>
              </a:spcBef>
              <a:defRPr/>
            </a:pPr>
            <a:endParaRPr lang="en-US" altLang="zh-TW" sz="4000" b="1" kern="0" dirty="0">
              <a:latin typeface="+mn-lt"/>
              <a:ea typeface="+mn-ea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2521FED-9740-BE91-3A3E-6DC977A35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785" y="0"/>
            <a:ext cx="1482608" cy="68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8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0"/>
            <a:ext cx="10703488" cy="461665"/>
          </a:xfrm>
          <a:prstGeom prst="rect">
            <a:avLst/>
          </a:prstGeom>
          <a:gradFill rotWithShape="1">
            <a:gsLst>
              <a:gs pos="0">
                <a:srgbClr val="0F3423"/>
              </a:gs>
              <a:gs pos="100000">
                <a:srgbClr val="21714B"/>
              </a:gs>
            </a:gsLst>
            <a:lin ang="0" scaled="1"/>
          </a:gradFill>
          <a:ln w="9525">
            <a:solidFill>
              <a:srgbClr val="0066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kumimoji="0" lang="en-US" altLang="zh-TW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2025/8-</a:t>
            </a:r>
            <a:r>
              <a:rPr kumimoji="0" lang="zh-TW" altLang="en-US" sz="2400" dirty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管理部預算費用分析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295FBAE-4685-5207-4C6D-7D8A6F23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3488" y="34330"/>
            <a:ext cx="1482608" cy="68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78313"/>
      </p:ext>
    </p:extLst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58148</TotalTime>
  <Words>47</Words>
  <Application>Microsoft Office PowerPoint</Application>
  <PresentationFormat>寬螢幕</PresentationFormat>
  <Paragraphs>19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標楷體</vt:lpstr>
      <vt:lpstr>Arial</vt:lpstr>
      <vt:lpstr>Calibri</vt:lpstr>
      <vt:lpstr>預設簡報設計</vt:lpstr>
      <vt:lpstr>PowerPoint 簡報</vt:lpstr>
      <vt:lpstr>PowerPoint 簡報</vt:lpstr>
      <vt:lpstr>PowerPoint 簡報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Samuel Huang</cp:lastModifiedBy>
  <cp:revision>3249</cp:revision>
  <cp:lastPrinted>2024-05-06T04:08:48Z</cp:lastPrinted>
  <dcterms:created xsi:type="dcterms:W3CDTF">2011-02-28T09:27:27Z</dcterms:created>
  <dcterms:modified xsi:type="dcterms:W3CDTF">2026-05-19T02:07:54Z</dcterms:modified>
</cp:coreProperties>
</file>