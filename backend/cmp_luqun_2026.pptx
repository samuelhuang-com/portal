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404" r:id="rId3"/>
    <p:sldId id="405" r:id="rId14"/>
    <p:sldId id="406" r:id="rId15"/>
    <p:sldId id="407" r:id="rId16"/>
    <p:sldId id="408" r:id="rId17"/>
    <p:sldId id="409" r:id="rId18"/>
    <p:sldId id="410" r:id="rId19"/>
    <p:sldId id="411" r:id="rId20"/>
    <p:sldId id="412" r:id="rId21"/>
    <p:sldId id="413" r:id="rId22"/>
    <p:sldId id="414" r:id="rId23"/>
    <p:sldId id="415" r:id="rId24"/>
    <p:sldId id="416" r:id="rId25"/>
    <p:sldId id="417" r:id="rId26"/>
    <p:sldId id="418" r:id="rId27"/>
    <p:sldId id="419" r:id="rId28"/>
    <p:sldId id="420" r:id="rId29"/>
    <p:sldId id="421" r:id="rId30"/>
    <p:sldId id="422" r:id="rId31"/>
    <p:sldId id="423" r:id="rId32"/>
    <p:sldId id="424" r:id="rId33"/>
    <p:sldId id="425" r:id="rId34"/>
    <p:sldId id="426" r:id="rId35"/>
    <p:sldId id="427" r:id="rId36"/>
  </p:sldIdLst>
  <p:sldSz cx="12192000" cy="6858000"/>
  <p:notesSz cx="6797675" cy="99266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3237C73F-0AF9-41D0-BF0A-27A18CA29C67}">
          <p14:sldIdLst>
            <p14:sldId id="257"/>
            <p14:sldId id="402"/>
            <p14:sldId id="4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陳凱群" initials="陳凱群" lastIdx="1" clrIdx="0"/>
  <p:cmAuthor id="2" name="陳奕如" initials="陳奕如" lastIdx="6" clrIdx="1">
    <p:extLst>
      <p:ext uri="{19B8F6BF-5375-455C-9EA6-DF929625EA0E}">
        <p15:presenceInfo xmlns:p15="http://schemas.microsoft.com/office/powerpoint/2012/main" userId="陳奕如" providerId="None"/>
      </p:ext>
    </p:extLst>
  </p:cmAuthor>
  <p:cmAuthor id="3" name="春大直營業" initials="春大直營業" lastIdx="1" clrIdx="2">
    <p:extLst>
      <p:ext uri="{19B8F6BF-5375-455C-9EA6-DF929625EA0E}">
        <p15:presenceInfo xmlns:p15="http://schemas.microsoft.com/office/powerpoint/2012/main" userId="1018110b21ecb5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E6E6"/>
    <a:srgbClr val="FF6699"/>
    <a:srgbClr val="FF9900"/>
    <a:srgbClr val="FF0000"/>
    <a:srgbClr val="3366FF"/>
    <a:srgbClr val="CAFBAF"/>
    <a:srgbClr val="73F52B"/>
    <a:srgbClr val="7EF294"/>
    <a:srgbClr val="F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24D79-2D51-4C63-932E-249CA374F253}" v="1" dt="2026-05-19T02:05:49.2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3574" autoAdjust="0"/>
  </p:normalViewPr>
  <p:slideViewPr>
    <p:cSldViewPr>
      <p:cViewPr varScale="1">
        <p:scale>
          <a:sx n="94" d="100"/>
          <a:sy n="94" d="100"/>
        </p:scale>
        <p:origin x="547" y="82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-2790" y="-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Huang" userId="3d14d3036a2a384b" providerId="LiveId" clId="{59E6B3E9-767B-4360-86A1-1FE5E3B4620C}"/>
    <pc:docChg chg="undo custSel delSld modSld modMainMaster delSection modSection modNotesMaster">
      <pc:chgData name="Samuel Huang" userId="3d14d3036a2a384b" providerId="LiveId" clId="{59E6B3E9-767B-4360-86A1-1FE5E3B4620C}" dt="2026-05-19T02:07:53.758" v="121" actId="14100"/>
      <pc:docMkLst>
        <pc:docMk/>
      </pc:docMkLst>
      <pc:sldChg chg="modSp mod modNotes">
        <pc:chgData name="Samuel Huang" userId="3d14d3036a2a384b" providerId="LiveId" clId="{59E6B3E9-767B-4360-86A1-1FE5E3B4620C}" dt="2026-05-19T02:07:27.231" v="117" actId="14100"/>
        <pc:sldMkLst>
          <pc:docMk/>
          <pc:sldMk cId="0" sldId="257"/>
        </pc:sldMkLst>
        <pc:spChg chg="mod">
          <ac:chgData name="Samuel Huang" userId="3d14d3036a2a384b" providerId="LiveId" clId="{59E6B3E9-767B-4360-86A1-1FE5E3B4620C}" dt="2026-05-19T02:07:27.231" v="117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6:09.588" v="32" actId="14100"/>
          <ac:spMkLst>
            <pc:docMk/>
            <pc:sldMk cId="0" sldId="257"/>
            <ac:spMk id="16387" creationId="{00000000-0000-0000-0000-000000000000}"/>
          </ac:spMkLst>
        </pc:spChg>
        <pc:picChg chg="mod">
          <ac:chgData name="Samuel Huang" userId="3d14d3036a2a384b" providerId="LiveId" clId="{59E6B3E9-767B-4360-86A1-1FE5E3B4620C}" dt="2026-05-19T02:06:18.279" v="80" actId="1037"/>
          <ac:picMkLst>
            <pc:docMk/>
            <pc:sldMk cId="0" sldId="257"/>
            <ac:picMk id="7" creationId="{DB82579C-735C-610A-2854-502049F33252}"/>
          </ac:picMkLst>
        </pc:picChg>
        <pc:picChg chg="mod">
          <ac:chgData name="Samuel Huang" userId="3d14d3036a2a384b" providerId="LiveId" clId="{59E6B3E9-767B-4360-86A1-1FE5E3B4620C}" dt="2026-05-19T02:06:46.565" v="85" actId="14100"/>
          <ac:picMkLst>
            <pc:docMk/>
            <pc:sldMk cId="0" sldId="257"/>
            <ac:picMk id="16386" creationId="{00000000-0000-0000-0000-000000000000}"/>
          </ac:picMkLst>
        </pc:picChg>
      </pc:sldChg>
      <pc:sldChg chg="modSp mod modNotes">
        <pc:chgData name="Samuel Huang" userId="3d14d3036a2a384b" providerId="LiveId" clId="{59E6B3E9-767B-4360-86A1-1FE5E3B4620C}" dt="2026-05-19T02:07:38.363" v="118" actId="14100"/>
        <pc:sldMkLst>
          <pc:docMk/>
          <pc:sldMk cId="1351489187" sldId="402"/>
        </pc:sldMkLst>
        <pc:spChg chg="mod">
          <ac:chgData name="Samuel Huang" userId="3d14d3036a2a384b" providerId="LiveId" clId="{59E6B3E9-767B-4360-86A1-1FE5E3B4620C}" dt="2026-05-19T02:07:38.363" v="118" actId="14100"/>
          <ac:spMkLst>
            <pc:docMk/>
            <pc:sldMk cId="1351489187" sldId="402"/>
            <ac:spMk id="7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k cId="1351489187" sldId="402"/>
            <ac:spMk id="10" creationId="{00000000-0000-0000-0000-000000000000}"/>
          </ac:spMkLst>
        </pc:spChg>
        <pc:picChg chg="mod">
          <ac:chgData name="Samuel Huang" userId="3d14d3036a2a384b" providerId="LiveId" clId="{59E6B3E9-767B-4360-86A1-1FE5E3B4620C}" dt="2026-05-19T02:07:03.073" v="114" actId="1076"/>
          <ac:picMkLst>
            <pc:docMk/>
            <pc:sldMk cId="1351489187" sldId="402"/>
            <ac:picMk id="2" creationId="{B2521FED-9740-BE91-3A3E-6DC977A35AA3}"/>
          </ac:picMkLst>
        </pc:picChg>
      </pc:sldChg>
      <pc:sldChg chg="delSp modSp mod modNotes">
        <pc:chgData name="Samuel Huang" userId="3d14d3036a2a384b" providerId="LiveId" clId="{59E6B3E9-767B-4360-86A1-1FE5E3B4620C}" dt="2026-05-19T02:07:53.758" v="121" actId="14100"/>
        <pc:sldMkLst>
          <pc:docMk/>
          <pc:sldMk cId="2312878313" sldId="403"/>
        </pc:sldMkLst>
        <pc:spChg chg="mod">
          <ac:chgData name="Samuel Huang" userId="3d14d3036a2a384b" providerId="LiveId" clId="{59E6B3E9-767B-4360-86A1-1FE5E3B4620C}" dt="2026-05-19T02:07:53.758" v="121" actId="14100"/>
          <ac:spMkLst>
            <pc:docMk/>
            <pc:sldMk cId="2312878313" sldId="403"/>
            <ac:spMk id="10" creationId="{00000000-0000-0000-0000-000000000000}"/>
          </ac:spMkLst>
        </pc:spChg>
        <pc:spChg chg="del">
          <ac:chgData name="Samuel Huang" userId="3d14d3036a2a384b" providerId="LiveId" clId="{59E6B3E9-767B-4360-86A1-1FE5E3B4620C}" dt="2026-05-19T02:04:54.399" v="3" actId="478"/>
          <ac:spMkLst>
            <pc:docMk/>
            <pc:sldMk cId="2312878313" sldId="403"/>
            <ac:spMk id="13" creationId="{4B2372DE-4942-A3EE-A2B2-0037544AD0D8}"/>
          </ac:spMkLst>
        </pc:spChg>
        <pc:graphicFrameChg chg="del modGraphic">
          <ac:chgData name="Samuel Huang" userId="3d14d3036a2a384b" providerId="LiveId" clId="{59E6B3E9-767B-4360-86A1-1FE5E3B4620C}" dt="2026-05-19T02:04:51.447" v="2" actId="478"/>
          <ac:graphicFrameMkLst>
            <pc:docMk/>
            <pc:sldMk cId="2312878313" sldId="403"/>
            <ac:graphicFrameMk id="12" creationId="{00000000-0000-0000-0000-000000000000}"/>
          </ac:graphicFrameMkLst>
        </pc:graphicFrameChg>
        <pc:picChg chg="mod">
          <ac:chgData name="Samuel Huang" userId="3d14d3036a2a384b" providerId="LiveId" clId="{59E6B3E9-767B-4360-86A1-1FE5E3B4620C}" dt="2026-05-19T02:07:45.615" v="119" actId="1076"/>
          <ac:picMkLst>
            <pc:docMk/>
            <pc:sldMk cId="2312878313" sldId="403"/>
            <ac:picMk id="2" creationId="{D295FBAE-4685-5207-4C6D-7D8A6F23FCB8}"/>
          </ac:picMkLst>
        </pc:picChg>
        <pc:picChg chg="del">
          <ac:chgData name="Samuel Huang" userId="3d14d3036a2a384b" providerId="LiveId" clId="{59E6B3E9-767B-4360-86A1-1FE5E3B4620C}" dt="2026-05-19T02:04:55.563" v="4" actId="478"/>
          <ac:picMkLst>
            <pc:docMk/>
            <pc:sldMk cId="2312878313" sldId="403"/>
            <ac:picMk id="4" creationId="{00000000-0000-0000-0000-000000000000}"/>
          </ac:picMkLst>
        </pc:picChg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0" sldId="440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53639159" sldId="477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2363503735" sldId="479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04050512" sldId="480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1718210399" sldId="482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553693127" sldId="492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1327550017" sldId="499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2589275310" sldId="501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1784500049" sldId="505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929642587" sldId="507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675694837" sldId="509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239693636" sldId="510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508616632" sldId="511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2446026633" sldId="512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1471180055" sldId="513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901113794" sldId="516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750510659" sldId="517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264902797" sldId="518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2498952641" sldId="519"/>
        </pc:sldMkLst>
      </pc:sldChg>
      <pc:sldMasterChg chg="modSp modSldLayout">
        <pc:chgData name="Samuel Huang" userId="3d14d3036a2a384b" providerId="LiveId" clId="{59E6B3E9-767B-4360-86A1-1FE5E3B4620C}" dt="2026-05-19T02:05:49.200" v="8"/>
        <pc:sldMasterMkLst>
          <pc:docMk/>
          <pc:sldMasterMk cId="0" sldId="2147483648"/>
        </pc:sldMasterMkLst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028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029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030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5362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5363" creationId="{00000000-0000-0000-0000-000000000000}"/>
          </ac:spMkLst>
        </pc:sp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49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1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2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3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6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7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9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60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0"/>
              <ac:spMk id="2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61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1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1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1"/>
              <ac:spMk id="4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1"/>
              <ac:spMk id="5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643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fld id="{8DB65A90-3CF3-4097-8CFF-C88C1333F28D}" type="datetimeFigureOut">
              <a:rPr lang="zh-TW" altLang="en-US" smtClean="0"/>
              <a:pPr/>
              <a:t>2026/5/19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643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fld id="{E5CF4ADE-A555-4CB9-8862-F838505C5AA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1851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584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4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2E482AD-0D3D-44ED-B7FA-7D43FC51344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693217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E482AD-0D3D-44ED-B7FA-7D43FC513449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015929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A04FAF-8A78-414D-A828-DF9B2671EA1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CC6E50-0F3C-48DF-997F-C9056EA6C3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0A025-E384-4CD6-81B7-6803B9EF98B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81CD2-421A-42E2-BF9A-8EBE48A182F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11BAB-D032-4E32-B92B-04390FB76DE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49486-B89C-4B2F-8328-FD9754110C6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3AF7B-4C8D-4E11-BD50-22D06C45702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EC761-751C-49CF-81CD-60738E0781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9A8075-D43E-4F04-BFF9-1286B3B37D1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12B29-9429-4615-A9B2-96160ADE78B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557EE-0678-48D4-9292-CD546986F43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A8A63-1BEA-409F-93D5-9E293A1DE43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1EE1D-68B5-41B5-8C65-3C4C029853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2D313ECA-7E7E-475E-B5D1-E8505A44BB2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6.xml"/><Relationship Id="rId4" Type="http://schemas.openxmlformats.org/officeDocument/2006/relationships/slide" Target="slide18.xml"/><Relationship Id="rId5" Type="http://schemas.openxmlformats.org/officeDocument/2006/relationships/slide" Target="slide2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24680" y="368660"/>
            <a:ext cx="12216680" cy="6489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396187" y="2420888"/>
            <a:ext cx="6886548" cy="1648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zh-TW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2026.6</a:t>
            </a:r>
            <a:r>
              <a:rPr lang="zh-TW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月             </a:t>
            </a:r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管 理 報 告</a:t>
            </a:r>
            <a:endParaRPr lang="en-US" altLang="zh-TW" sz="4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 algn="ctr">
              <a:spcBef>
                <a:spcPct val="20000"/>
              </a:spcBef>
            </a:pPr>
            <a:endParaRPr lang="en-US" altLang="zh-TW" sz="2400" b="1" dirty="0">
              <a:solidFill>
                <a:srgbClr val="5F5F5F"/>
              </a:solidFill>
              <a:latin typeface="Calibri" pitchFamily="34" charset="0"/>
              <a:ea typeface="標楷體" pitchFamily="65" charset="-120"/>
            </a:endParaRPr>
          </a:p>
          <a:p>
            <a:pPr marL="342900" indent="-342900" algn="ctr">
              <a:spcBef>
                <a:spcPct val="20000"/>
              </a:spcBef>
            </a:pPr>
            <a:endParaRPr lang="en-US" altLang="zh-TW" sz="4000" b="1" dirty="0">
              <a:solidFill>
                <a:srgbClr val="5F5F5F"/>
              </a:solidFill>
              <a:latin typeface="Calibri" pitchFamily="34" charset="0"/>
              <a:ea typeface="標楷體" pitchFamily="65" charset="-120"/>
            </a:endParaRPr>
          </a:p>
          <a:p>
            <a:pPr marL="342900" indent="-342900" algn="ctr">
              <a:spcBef>
                <a:spcPct val="20000"/>
              </a:spcBef>
            </a:pPr>
            <a:endParaRPr lang="en-US" altLang="zh-TW" sz="4000" b="1" dirty="0">
              <a:solidFill>
                <a:srgbClr val="5F5F5F"/>
              </a:solidFill>
              <a:latin typeface="Calibri" pitchFamily="34" charset="0"/>
              <a:ea typeface="標楷體" pitchFamily="65" charset="-120"/>
            </a:endParaRPr>
          </a:p>
          <a:p>
            <a:pPr marL="342900" indent="-342900" algn="ctr">
              <a:spcBef>
                <a:spcPct val="20000"/>
              </a:spcBef>
            </a:pPr>
            <a:endParaRPr lang="zh-TW" altLang="en-US" sz="3200" b="1" dirty="0">
              <a:solidFill>
                <a:srgbClr val="5F5F5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0" y="0"/>
            <a:ext cx="10632504" cy="400110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endParaRPr kumimoji="0" lang="zh-TW" altLang="en-US" sz="2000" dirty="0">
              <a:solidFill>
                <a:schemeClr val="bg1"/>
              </a:solidFill>
              <a:ea typeface="標楷體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B82579C-735C-610A-2854-502049F33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2504" y="35158"/>
            <a:ext cx="1482608" cy="68814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3.1 報修統計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6199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① 上月累計未完成項目數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② 上月累計未完成，於本月結案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392B"/>
                          </a:solidFill>
                          <a:latin typeface="微軟正黑體"/>
                        </a:rPr>
                        <a:t>③ 上月累計未完成，於本月仍未完成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17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33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8C16"/>
                          </a:solidFill>
                          <a:latin typeface="微軟正黑體"/>
                        </a:rPr>
                        <a:t>④ 累計項目完成率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74.4%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73.2%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81.0%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77.0%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82.6%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82.0%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⑤ 本月報修項目數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⑥ 本月報修項目完成數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392B"/>
                          </a:solidFill>
                          <a:latin typeface="微軟正黑體"/>
                        </a:rPr>
                        <a:t>⑦ 本月報修項目未完成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18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8C16"/>
                          </a:solidFill>
                          <a:latin typeface="微軟正黑體"/>
                        </a:rPr>
                        <a:t>⑧ 本月報修項目完成率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72.4%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52.9%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67.9%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58.8%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72.7%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⑨ 項目完成件數（②＋⑥）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26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12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27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36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62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3.2 結案時間統計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8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89432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 / 月份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小型 結案件數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小型 天數合計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135.6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106.8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318.2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433.9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685.0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89.1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小型 平均天數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5.42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8.9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13.26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12.76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11.81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89.14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B2D8E"/>
                          </a:solidFill>
                          <a:latin typeface="微軟正黑體"/>
                        </a:rPr>
                        <a:t>中大型 結案件數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B2D8E"/>
                          </a:solidFill>
                          <a:latin typeface="微軟正黑體"/>
                        </a:rPr>
                        <a:t>中大型 天數合計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69.9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95.4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103.9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326.1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111.1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B2D8E"/>
                          </a:solidFill>
                          <a:latin typeface="微軟正黑體"/>
                        </a:rPr>
                        <a:t>中大型 平均天數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69.87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31.8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51.94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81.53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111.14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3.3 報修類型 — 柏拉圖分析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　深藍＝累計≤80%重點類別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11277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3.3 報修類型各類別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　依件數降序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604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731520"/>
                <a:gridCol w="1639823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佔比%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18.3%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公區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16.3%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給排水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9.9%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9.4%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衛廁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8.4%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專櫃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7.4%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6.4%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後勤空間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其他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3.5%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弱電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內裝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2.5%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機電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1.5%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排煙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停車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1.0%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凍&amp;藏類設備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0.5%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廚房&amp;吧台設備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0.5%</a:t>
                      </a:r>
                    </a:p>
                  </a:txBody>
                  <a:tcPr marL="54864" marR="36576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Dashboard — 報修類型分布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11277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報修金額統計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08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1182623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費用項目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全年合計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委外費用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$15,100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$9,000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$403,505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$75,580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$220,495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$19,058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$742,738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維修費用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$3,078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$9,450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$25,682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$1,090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$15,887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$55,187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扣款費用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$3,024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$1,260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$18,755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$50,400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$73,439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扣款專櫃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月小計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$21,202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$19,710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$429,187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$95,425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$286,782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$19,058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$871,364</a:t>
                      </a:r>
                    </a:p>
                  </a:txBody>
                  <a:tcPr marL="54864" marR="36576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商場週期保養 — 每月維護年度統計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94487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截至上月底累計未結案數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其中本月已結案數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累計項目完成率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本月週期保養項目數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本月週期保養完成率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商場週期保養 — 每季維護年度統計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94487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截至上月底累計未結案數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其中本月已結案數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累計項目完成率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本月週期保養項目數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本月週期保養完成率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商場週期保養 — 每年維護年度統計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94487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截至上月底累計未結案數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其中本月已結案數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累計項目完成率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本月週期保養項目數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本月週期保養完成率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 — 每月維護年度統計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94487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截至上月底累計未結案數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其中本月已結案數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累計項目完成率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本月週期保養項目數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本月週期保養完成率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 — 每季維護年度統計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94487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截至上月底累計未結案數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其中本月已結案數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累計項目完成率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本月週期保養項目數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本月週期保養完成率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 — 每年維護年度統計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94487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截至上月底累計未結案數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其中本月已結案數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累計項目完成率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本月週期保養項目數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本月週期保養完成率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各項清單連結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463040"/>
            <a:ext cx="9448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0"/>
              </a:spcBef>
            </a:pPr>
            <a:r>
              <a:rPr sz="2200" b="1" u="sng">
                <a:solidFill>
                  <a:srgbClr val="4BA8E8"/>
                </a:solidFill>
                <a:hlinkClick r:id="rId3"/>
              </a:rPr>
              <a:t>▶  商場週期保養年度計劃表</a:t>
            </a:r>
          </a:p>
          <a:p>
            <a:pPr>
              <a:spcBef>
                <a:spcPts val="2000"/>
              </a:spcBef>
            </a:pPr>
            <a:r>
              <a:rPr sz="2200" b="1" u="sng">
                <a:solidFill>
                  <a:srgbClr val="4BA8E8"/>
                </a:solidFill>
                <a:hlinkClick r:id="rId4"/>
              </a:rPr>
              <a:t>▶  全棟例行維護年度計劃表</a:t>
            </a:r>
          </a:p>
          <a:p>
            <a:pPr>
              <a:spcBef>
                <a:spcPts val="2000"/>
              </a:spcBef>
            </a:pPr>
            <a:r>
              <a:rPr sz="2200" b="1" u="sng">
                <a:solidFill>
                  <a:srgbClr val="4BA8E8"/>
                </a:solidFill>
                <a:hlinkClick r:id="rId5"/>
              </a:rPr>
              <a:t>▶  未完成附表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商場週期保養年度計劃表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1 頁／共 2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1F商場水洗機房→保養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3F商場靜電機房→保養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商場辦公室室內送風機排水→巡檢保養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1F~3F空調→保養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商場空調箱x12(櫃位R25、R26、R27、R33、R34)→更換濾網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更換迴風網x12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商場送風機x14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更換商場送風機濾網x14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雙月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預冷空調箱x?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B4~3F照明設定與調整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申報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消防檢查申報、帶看及缺失改善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商場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客厠配件維護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公區壁面批土補漆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商場週期保養年度計劃表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2 頁／共 2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109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其它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門扇→巡檢保養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1 頁／共 6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全館Timer定時器時間及減壓閥校正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 / RF 落水頭清潔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各樓層配電盤接點鎖螺絲安全檢查→巡檢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廢水系統→保養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WP1 沉水式馬達x2 + 控制盤x1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WP2 沉水式馬達x2 + 控制盤x1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WP3 沉水式馬達x2 + 控制盤x1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汙水系統→保養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SP1 沉水式馬達x2 + 控制盤x1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SP2 沉水式馬達x2 + 控制盤x1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SP3 沉水式馬達x2 + 控制盤x1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汙水管道通管保養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RF汙水排氣機保養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揚水泵馬達巡檢→測試運轉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2 頁／共 6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地上型抽水馬達x2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自動控制盤x1(變頻器x2)目測及溫度偵測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雨水池/ 給水閥/噴灌設備→保養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澆灌系統自動控制盤x1→校對時間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雨水回收過濾桶x2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鼓風馬達x2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自動清洗控制盤x1(未開啟使用)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雨水坑內澆灌沉水馬達x2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雨水坑自動控制盤x2(使用中)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RF鍋爐設備→保養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鍋爐x2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熱泵主機x2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RF水塔→保養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冷卻馬達x3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3 頁／共 6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冷卻水塔x3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上蓄水塔/下蓄水塔 共4座清洗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B2商場截油槽(大)+飯店截油槽(小)→保養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設備保養-油脂截流攔污機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油泥抽除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油泥清運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雙月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電氣設備→保養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發電機x2→工程人員無載測試運轉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發電機x2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台電高壓機房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台電高壓機房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UPS巡檢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冰水機房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冰水主機x6(商場CH-R1~R3, 飯店CH-H1~H3)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4 頁／共 6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冷卻水泵x8(商場CWP-R1~R4, 飯店CWP-H1~H4)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冰水循環泵x8(商場SCP-R1~R4, 飯店SCP-H1~H4)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冰水泵x8(商場CHP-R1~R4, 飯店CHP-H1~H4)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區域泵x8(商場SCHP-R1~R4, 飯店SCHP-H1~H4)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泵補控制盤x6(商場x3, 飯店x3)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冰水主機Y型過濾器清洗保養(商場x3)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年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B1~B4進排風→設定與調整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進風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排風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全棟分離式空調(含資訊機房)→保養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室內機x1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室外機x5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戶外景觀/公區/停車場燈具→保養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消防設備→巡檢保養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5 頁／共 6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消防機組(整套含馬達)測試運轉+檢測控盤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灑水機組(整套含馬達)測試運轉+檢測控盤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泡沫機組(整套含馬達)測試運轉+檢測控盤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泡沫原液桶x1 原液量測量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消防栓箱及滅火器清潔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頂樓消防系統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鐡捲門測試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緊急廣播測試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飯店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申報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年度公共安全檢查申報、帶看及缺失改善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年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申報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商場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申報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飯店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申報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年度能源申報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客貨梯/扶梯保養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6 頁／共 6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208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倉庫整理、盤點（含工具）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工務耗材庫存管理每月盤點出單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未完成附表（商場）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　第 1 頁／共 3 頁　（共 30 筆）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60120"/>
                <a:gridCol w="1188720"/>
                <a:gridCol w="1234440"/>
                <a:gridCol w="2926080"/>
                <a:gridCol w="960120"/>
                <a:gridCol w="914400"/>
                <a:gridCol w="199643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案件編號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報修日期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發生樓層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工項類別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報修內容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等待天數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工務處理人員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202605-029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2026-05-09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2樓男廁小便斗旁的牆壁爆裂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黃梓灃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202604-051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2026-04-30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2.3樓男廁鏡面玻璃污損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陳志明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202604-047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2026-04-29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衛厠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3樓女廁鏡框生鏽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202604-043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2026-04-27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2026上半年消防缺改善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202604-036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衛廁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4樓愛心廁所 紅色按鈕加裝壓克力盒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202604-034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2026-04-22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公區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植福路3面輸出牆的格柵天花板，需要新增6個電線接口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林僅豐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202604-033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2026-04-22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植福路樂群三路口三角招牌電源插座安裝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陳志明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202604-028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2026-04-19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後勤空間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B1樓 紙箱回收籠車上方消防設備自天花板掉落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202604-027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2026-04-19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給排水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請安排5月份 各專櫃汙水管通管工程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202604-022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2026-04-16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公區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桌子高低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林僅豐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202604-014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2026-04-10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側門上面的鋁合金不見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陳志明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202604-011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2026-04-10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植福路上照樹燈的電線外露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202604-009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2026-04-10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其他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植福路上花舖的固定鋼索圈要移除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20260400013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2026-03-30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戶外廣場招牌燈座，富錦樹、小後苑門把生鏽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未完成附表（商場）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　第 2 頁／共 3 頁　（共 30 筆）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60120"/>
                <a:gridCol w="1188720"/>
                <a:gridCol w="1234440"/>
                <a:gridCol w="2926080"/>
                <a:gridCol w="960120"/>
                <a:gridCol w="914400"/>
                <a:gridCol w="199643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案件編號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報修日期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發生樓層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工項類別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報修內容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等待天數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工務處理人員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20260400006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2026-03-09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商場3F3-06櫃位消防灑水改管、新增工程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1239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2026-02-14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公區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三樓九華樓帶位櫃檯與柱子中間地板凹陷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110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202605-037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2026-05-14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後勤空間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B1辦公室外整修工程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陳志明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202605-038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2026-05-14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1~4樓多處漏水，請協助尋找廠商處理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陳志明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202605-039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2026-05-14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戶外廁所外指示看板不亮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202605-040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2026-05-15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春大直大樓門窗設施維護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202605-044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2026-05-17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容留計數器螢幕不亮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202605-053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飯店大門左側樹木鋼索線拆除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辦驗未通過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公區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B1廳白色櫃子拆除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陳志明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202605-058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瞞著爹前天井柱燈不亮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202605-057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5/24~5/31 3-06櫃燒肉牛匠 因開幕營運需求  冷氣水塔供水 延長到23:00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202605-061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給排水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4樓男廁第二間牆邊有漏水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202605-060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給排水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SUNBERNO專櫃天花板汙水管滴水. 汙水含油汙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202605-062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弱電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YAKKA前方大門旁圓柱旁加110V插座(要加一台水冷扇)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未完成附表（商場）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匯出時間：2026-06-05 00:08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　第 3 頁／共 3 頁　（共 30 筆）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109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60120"/>
                <a:gridCol w="1188720"/>
                <a:gridCol w="1234440"/>
                <a:gridCol w="2926080"/>
                <a:gridCol w="960120"/>
                <a:gridCol w="914400"/>
                <a:gridCol w="199643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案件編號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報修日期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發生樓層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工項類別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報修內容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等待天數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工務處理人員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202606-002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2026-06-01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3-06櫃位燒肉牛匠.新申請6/1-6/30,營業至23點00分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202606-001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2026-06-01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內裝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員工出入口這邊一般垃圾回收台脫牙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58148</TotalTime>
  <Words>47</Words>
  <Application>Microsoft Office PowerPoint</Application>
  <PresentationFormat>寬螢幕</PresentationFormat>
  <Paragraphs>19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標楷體</vt:lpstr>
      <vt:lpstr>Arial</vt:lpstr>
      <vt:lpstr>Calibri</vt:lpstr>
      <vt:lpstr>預設簡報設計</vt:lpstr>
      <vt:lpstr>PowerPoint 簡報</vt:lpstr>
      <vt:lpstr>PowerPoint 簡報</vt:lpstr>
      <vt:lpstr>PowerPoint 簡報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Samuel Huang</cp:lastModifiedBy>
  <cp:revision>3249</cp:revision>
  <cp:lastPrinted>2024-05-06T04:08:48Z</cp:lastPrinted>
  <dcterms:created xsi:type="dcterms:W3CDTF">2011-02-28T09:27:27Z</dcterms:created>
  <dcterms:modified xsi:type="dcterms:W3CDTF">2026-05-19T02:07:54Z</dcterms:modified>
</cp:coreProperties>
</file>