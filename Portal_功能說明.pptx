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109728"/>
            <a:ext cx="457200" cy="4572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排班系統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Scheduling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4160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417320"/>
            <a:ext cx="54864" cy="1463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527048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463040"/>
            <a:ext cx="350215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依部門與職位，安排每位員工的上班時間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4160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417320"/>
            <a:ext cx="54864" cy="1463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527048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463040"/>
            <a:ext cx="350215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支援多班別設定（早班、中班、夜班）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4160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017520"/>
            <a:ext cx="54864" cy="1463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3127248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063240"/>
            <a:ext cx="350215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即時查看各日期人力配置，避免人員空缺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80560" y="3017520"/>
            <a:ext cx="4160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3017520"/>
            <a:ext cx="54864" cy="1463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3127248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063240"/>
            <a:ext cx="350215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主管可快速調班、補班並紀錄異動原因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37160" y="4892040"/>
            <a:ext cx="9006840" cy="2514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Portal 功能說明  ·  飯店管理系統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109728"/>
            <a:ext cx="457200" cy="4572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行事曆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Calendar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4160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417320"/>
            <a:ext cx="54864" cy="1463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527048"/>
            <a:ext cx="347472" cy="347472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463040"/>
            <a:ext cx="350215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以月、週、日三種視角瀏覽所有排程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4160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417320"/>
            <a:ext cx="54864" cy="1463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527048"/>
            <a:ext cx="347472" cy="347472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463040"/>
            <a:ext cx="350215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整合工作任務、交辦事項、維修保養資料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4160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017520"/>
            <a:ext cx="54864" cy="1463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3127248"/>
            <a:ext cx="347472" cy="347472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063240"/>
            <a:ext cx="350215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點擊日期即可新增事件或查看當日明細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80560" y="3017520"/>
            <a:ext cx="4160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3017520"/>
            <a:ext cx="54864" cy="1463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3127248"/>
            <a:ext cx="347472" cy="347472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063240"/>
            <a:ext cx="350215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跨部門事件共享，統一掌握全館動態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37160" y="4892040"/>
            <a:ext cx="9006840" cy="2514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Portal 功能說明  ·  飯店管理系統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109728"/>
            <a:ext cx="457200" cy="4572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工作日誌生成與 Excel 匯出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Work Journal &amp; Excel Export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4160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417320"/>
            <a:ext cx="54864" cy="1463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527048"/>
            <a:ext cx="347472" cy="34747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463040"/>
            <a:ext cx="350215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自動彙整每日工作記錄，生成結構化日誌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4160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417320"/>
            <a:ext cx="54864" cy="1463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527048"/>
            <a:ext cx="347472" cy="34747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463040"/>
            <a:ext cx="350215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支援依日期、部門、人員篩選所需資料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4160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017520"/>
            <a:ext cx="54864" cy="1463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3127248"/>
            <a:ext cx="347472" cy="34747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063240"/>
            <a:ext cx="350215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一鍵匯出 Excel，可直接開啟或存檔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80560" y="3017520"/>
            <a:ext cx="4160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3017520"/>
            <a:ext cx="54864" cy="1463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3127248"/>
            <a:ext cx="347472" cy="34747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063240"/>
            <a:ext cx="350215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欄位對應 Ragic 原始資料，確保數據一致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37160" y="4892040"/>
            <a:ext cx="9006840" cy="2514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Portal 功能說明  ·  飯店管理系統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234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109728"/>
            <a:ext cx="457200" cy="4572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飯店／商場數據匯出簡報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Hotel / Mall Data Export Report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4160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417320"/>
            <a:ext cx="54864" cy="1463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527048"/>
            <a:ext cx="347472" cy="347472"/>
          </a:xfrm>
          <a:prstGeom prst="rect">
            <a:avLst/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463040"/>
            <a:ext cx="350215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自動抓取 KPI 數據（客房、設備、人力）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4160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417320"/>
            <a:ext cx="54864" cy="1463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527048"/>
            <a:ext cx="347472" cy="347472"/>
          </a:xfrm>
          <a:prstGeom prst="rect">
            <a:avLst/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463040"/>
            <a:ext cx="350215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生成視覺化圖表，適合週報、月報使用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4160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017520"/>
            <a:ext cx="54864" cy="1463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3127248"/>
            <a:ext cx="347472" cy="347472"/>
          </a:xfrm>
          <a:prstGeom prst="rect">
            <a:avLst/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063240"/>
            <a:ext cx="350215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飯店與商場兩種模板，對應不同指標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80560" y="3017520"/>
            <a:ext cx="4160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3017520"/>
            <a:ext cx="54864" cy="1463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3127248"/>
            <a:ext cx="347472" cy="347472"/>
          </a:xfrm>
          <a:prstGeom prst="rect">
            <a:avLst/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063240"/>
            <a:ext cx="350215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匯出為 PowerPoint 或 Excel，即可用於簡報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37160" y="4892040"/>
            <a:ext cx="9006840" cy="2514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Portal 功能說明  ·  飯店管理系統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Portal 功能說明</dc:title>
  <dc:subject>PptxGenJS Presentation</dc:subject>
  <dc:creator>PptxGenJS</dc:creator>
  <cp:lastModifiedBy>PptxGenJS</cp:lastModifiedBy>
  <cp:revision>1</cp:revision>
  <dcterms:created xsi:type="dcterms:W3CDTF">2026-06-10T07:28:16Z</dcterms:created>
  <dcterms:modified xsi:type="dcterms:W3CDTF">2026-06-10T07:28:16Z</dcterms:modified>
</cp:coreProperties>
</file>